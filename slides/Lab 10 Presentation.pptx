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Arimo"/>
      <p:regular r:id="rId14"/>
      <p:bold r:id="rId15"/>
      <p:italic r:id="rId16"/>
      <p:boldItalic r:id="rId17"/>
    </p:embeddedFont>
    <p:embeddedFont>
      <p:font typeface="Arimo SemiBold"/>
      <p:regular r:id="rId18"/>
      <p:bold r:id="rId19"/>
      <p:italic r:id="rId20"/>
      <p:boldItalic r:id="rId21"/>
    </p:embeddedFont>
    <p:embeddedFont>
      <p:font typeface="Arimo Medium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italic.fntdata"/><Relationship Id="rId22" Type="http://schemas.openxmlformats.org/officeDocument/2006/relationships/font" Target="fonts/ArimoMedium-regular.fntdata"/><Relationship Id="rId21" Type="http://schemas.openxmlformats.org/officeDocument/2006/relationships/font" Target="fonts/ArimoSemiBold-boldItalic.fntdata"/><Relationship Id="rId24" Type="http://schemas.openxmlformats.org/officeDocument/2006/relationships/font" Target="fonts/ArimoMedium-italic.fntdata"/><Relationship Id="rId23" Type="http://schemas.openxmlformats.org/officeDocument/2006/relationships/font" Target="fonts/Arimo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regular.fntdata"/><Relationship Id="rId25" Type="http://schemas.openxmlformats.org/officeDocument/2006/relationships/font" Target="fonts/ArimoMedium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Arimo-bold.fntdata"/><Relationship Id="rId14" Type="http://schemas.openxmlformats.org/officeDocument/2006/relationships/font" Target="fonts/Arimo-regular.fntdata"/><Relationship Id="rId17" Type="http://schemas.openxmlformats.org/officeDocument/2006/relationships/font" Target="fonts/Arimo-boldItalic.fntdata"/><Relationship Id="rId16" Type="http://schemas.openxmlformats.org/officeDocument/2006/relationships/font" Target="fonts/Arimo-italic.fntdata"/><Relationship Id="rId19" Type="http://schemas.openxmlformats.org/officeDocument/2006/relationships/font" Target="fonts/ArimoSemiBold-bold.fntdata"/><Relationship Id="rId18" Type="http://schemas.openxmlformats.org/officeDocument/2006/relationships/font" Target="fonts/Arimo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Ted: Vision, key user stories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Isaac/Swayam: Domain and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Kwesi: App demonstration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Kai: Narrating demo, Status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Vision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Analysis and Design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Domain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UI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Key user stories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/>
              <a:t>I</a:t>
            </a:r>
            <a:r>
              <a:rPr lang="en"/>
              <a:t>nformation systems design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Demo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Status Report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Q&amp;A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Professor wants Ted’s freshman pic as a hook to grab attention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96055cc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96055cc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1d4e05454_1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1d4e05454_1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 to include: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92A2E"/>
              </a:buClr>
              <a:buSzPts val="1050"/>
              <a:buFont typeface="Helvetica Neue"/>
              <a:buChar char="-"/>
            </a:pPr>
            <a:r>
              <a:rPr lang="en" sz="1050">
                <a:solidFill>
                  <a:srgbClr val="292A2E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As a user who values </a:t>
            </a:r>
            <a:r>
              <a:rPr lang="en" sz="1050">
                <a:solidFill>
                  <a:srgbClr val="292A2E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personalized</a:t>
            </a:r>
            <a:r>
              <a:rPr lang="en" sz="1050">
                <a:solidFill>
                  <a:srgbClr val="292A2E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services, I want to get a personal view of the person giving me a haircut or styling by my showing me their work visually and not just telling me about it.</a:t>
            </a:r>
            <a:endParaRPr sz="1050">
              <a:solidFill>
                <a:srgbClr val="292A2E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92A2E"/>
              </a:buClr>
              <a:buSzPts val="1050"/>
              <a:buFont typeface="Helvetica Neue"/>
              <a:buChar char="-"/>
            </a:pPr>
            <a:r>
              <a:rPr lang="en" sz="1050">
                <a:solidFill>
                  <a:srgbClr val="292A2E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As a user, I want to add Clipprs to my favorite’s list so that I can easily find and book them again later.</a:t>
            </a:r>
            <a:endParaRPr sz="1050">
              <a:solidFill>
                <a:srgbClr val="292A2E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92A2E"/>
              </a:buClr>
              <a:buSzPts val="1050"/>
              <a:buFont typeface="Helvetica Neue"/>
              <a:buChar char="-"/>
            </a:pPr>
            <a:r>
              <a:rPr lang="en" sz="1050">
                <a:solidFill>
                  <a:srgbClr val="292A2E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As a customer looking for a professional, I want to be able to accurately sort the providers by distance so that I can find professionals who are conveniently located near me and minimize travel time.</a:t>
            </a:r>
            <a:endParaRPr sz="1050">
              <a:solidFill>
                <a:srgbClr val="292A2E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92A2E"/>
              </a:buClr>
              <a:buSzPts val="1050"/>
              <a:buFont typeface="Helvetica Neue"/>
              <a:buChar char="-"/>
            </a:pPr>
            <a:r>
              <a:rPr lang="en" sz="1050">
                <a:solidFill>
                  <a:srgbClr val="292A2E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As a person with specific needs, I want to be able to conveniently find someone who is a match with my hair type and what I want to do with it.</a:t>
            </a:r>
            <a:endParaRPr sz="1050">
              <a:solidFill>
                <a:srgbClr val="292A2E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92A2E"/>
              </a:buClr>
              <a:buSzPts val="1050"/>
              <a:buFont typeface="Helvetica Neue"/>
              <a:buChar char="-"/>
            </a:pPr>
            <a:r>
              <a:rPr lang="en" sz="1050">
                <a:solidFill>
                  <a:srgbClr val="292A2E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As a service provider, I want to presentably share my portfolio in detail to clients by providing real results as well as my specific set of skills</a:t>
            </a:r>
            <a:endParaRPr sz="1050">
              <a:solidFill>
                <a:srgbClr val="292A2E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96055cc04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96055cc04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96055cc0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996055cc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..* from clippers to service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1d4e05454_1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1d4e05454_1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1d4e05454_1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1d4e05454_1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Clippd</a:t>
            </a:r>
            <a:endParaRPr/>
          </a:p>
        </p:txBody>
      </p:sp>
      <p:sp>
        <p:nvSpPr>
          <p:cNvPr id="398" name="Google Shape;398;p5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A</a:t>
            </a:r>
            <a:endParaRPr/>
          </a:p>
        </p:txBody>
      </p:sp>
      <p:sp>
        <p:nvSpPr>
          <p:cNvPr id="399" name="Google Shape;399;p56"/>
          <p:cNvSpPr txBox="1"/>
          <p:nvPr>
            <p:ph idx="1" type="subTitle"/>
          </p:nvPr>
        </p:nvSpPr>
        <p:spPr>
          <a:xfrm>
            <a:off x="311700" y="3663675"/>
            <a:ext cx="85206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EunHyuk Doo | Isaac Hur | Kwesi Mireku | Swayam Shrestha | Ted Turnage</a:t>
            </a:r>
            <a:endParaRPr sz="1000"/>
          </a:p>
        </p:txBody>
      </p:sp>
      <p:sp>
        <p:nvSpPr>
          <p:cNvPr id="400" name="Google Shape;400;p56"/>
          <p:cNvSpPr txBox="1"/>
          <p:nvPr>
            <p:ph idx="1" type="subTitle"/>
          </p:nvPr>
        </p:nvSpPr>
        <p:spPr>
          <a:xfrm>
            <a:off x="7696550" y="4598500"/>
            <a:ext cx="12201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925"/>
              <a:t>CS262 Lab 10</a:t>
            </a:r>
            <a:endParaRPr sz="925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925"/>
              <a:t>Nov/14/2025</a:t>
            </a:r>
            <a:endParaRPr sz="925"/>
          </a:p>
        </p:txBody>
      </p:sp>
      <p:pic>
        <p:nvPicPr>
          <p:cNvPr id="401" name="Google Shape;40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250" y="1644825"/>
            <a:ext cx="1535225" cy="1535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2" name="Google Shape;402;p56"/>
          <p:cNvCxnSpPr/>
          <p:nvPr/>
        </p:nvCxnSpPr>
        <p:spPr>
          <a:xfrm flipH="1" rot="10800000">
            <a:off x="6398000" y="2916775"/>
            <a:ext cx="1014000" cy="8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57" title="Screenshot 2025-11-13 at 10.59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04734" cy="31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7" title="Screenshot 2025-11-13 at 11.01.0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3350" y="152400"/>
            <a:ext cx="2228250" cy="3191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7" title="Screenshot 2025-11-13 at 11.03.27 AM.png"/>
          <p:cNvPicPr preferRelativeResize="0"/>
          <p:nvPr/>
        </p:nvPicPr>
        <p:blipFill rotWithShape="1">
          <a:blip r:embed="rId5">
            <a:alphaModFix/>
          </a:blip>
          <a:srcRect b="0" l="0" r="0" t="5114"/>
          <a:stretch/>
        </p:blipFill>
        <p:spPr>
          <a:xfrm>
            <a:off x="152400" y="3652508"/>
            <a:ext cx="8839201" cy="10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7" title="Screenshot 2025-11-13 at 11.04.3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1913" y="2335851"/>
            <a:ext cx="2836650" cy="106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7" title="Screenshot 2025-11-13 at 11.07.30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08587" y="152400"/>
            <a:ext cx="3003301" cy="193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8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75" y="606950"/>
            <a:ext cx="2261565" cy="3929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1071" y="599089"/>
            <a:ext cx="2261564" cy="394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9"/>
          <p:cNvPicPr preferRelativeResize="0"/>
          <p:nvPr/>
        </p:nvPicPr>
        <p:blipFill rotWithShape="1">
          <a:blip r:embed="rId5">
            <a:alphaModFix/>
          </a:blip>
          <a:srcRect b="0" l="5722" r="4154" t="0"/>
          <a:stretch/>
        </p:blipFill>
        <p:spPr>
          <a:xfrm>
            <a:off x="6549866" y="599075"/>
            <a:ext cx="2161859" cy="394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pic>
        <p:nvPicPr>
          <p:cNvPr id="429" name="Google Shape;42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425" y="0"/>
            <a:ext cx="92034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60"/>
          <p:cNvSpPr txBox="1"/>
          <p:nvPr/>
        </p:nvSpPr>
        <p:spPr>
          <a:xfrm>
            <a:off x="5460164" y="2127992"/>
            <a:ext cx="6213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..*</a:t>
            </a:r>
            <a:endParaRPr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61"/>
          <p:cNvPicPr preferRelativeResize="0"/>
          <p:nvPr/>
        </p:nvPicPr>
        <p:blipFill rotWithShape="1">
          <a:blip r:embed="rId3">
            <a:alphaModFix amt="10000"/>
          </a:blip>
          <a:srcRect b="14552" l="1067" r="66969" t="20939"/>
          <a:stretch/>
        </p:blipFill>
        <p:spPr>
          <a:xfrm>
            <a:off x="274125" y="1863575"/>
            <a:ext cx="2775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36" name="Google Shape;436;p61"/>
          <p:cNvPicPr preferRelativeResize="0"/>
          <p:nvPr/>
        </p:nvPicPr>
        <p:blipFill rotWithShape="1">
          <a:blip r:embed="rId3">
            <a:alphaModFix amt="10000"/>
          </a:blip>
          <a:srcRect b="14552" l="1067" r="66969" t="20939"/>
          <a:stretch/>
        </p:blipFill>
        <p:spPr>
          <a:xfrm>
            <a:off x="3180450" y="1863575"/>
            <a:ext cx="2775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37" name="Google Shape;437;p61"/>
          <p:cNvPicPr preferRelativeResize="0"/>
          <p:nvPr/>
        </p:nvPicPr>
        <p:blipFill rotWithShape="1">
          <a:blip r:embed="rId3">
            <a:alphaModFix amt="10000"/>
          </a:blip>
          <a:srcRect b="14552" l="1067" r="66969" t="20939"/>
          <a:stretch/>
        </p:blipFill>
        <p:spPr>
          <a:xfrm>
            <a:off x="6086775" y="1863575"/>
            <a:ext cx="2775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38" name="Google Shape;438;p61"/>
          <p:cNvSpPr txBox="1"/>
          <p:nvPr>
            <p:ph type="title"/>
          </p:nvPr>
        </p:nvSpPr>
        <p:spPr>
          <a:xfrm>
            <a:off x="273600" y="680775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 Tasks</a:t>
            </a:r>
            <a:endParaRPr/>
          </a:p>
        </p:txBody>
      </p:sp>
      <p:sp>
        <p:nvSpPr>
          <p:cNvPr id="439" name="Google Shape;439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61"/>
          <p:cNvSpPr txBox="1"/>
          <p:nvPr>
            <p:ph idx="9" type="subTitle"/>
          </p:nvPr>
        </p:nvSpPr>
        <p:spPr>
          <a:xfrm>
            <a:off x="423075" y="2987027"/>
            <a:ext cx="2386500" cy="7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Frontend to the Backend</a:t>
            </a:r>
            <a:endParaRPr/>
          </a:p>
        </p:txBody>
      </p:sp>
      <p:sp>
        <p:nvSpPr>
          <p:cNvPr id="441" name="Google Shape;441;p61"/>
          <p:cNvSpPr txBox="1"/>
          <p:nvPr>
            <p:ph idx="13" type="subTitle"/>
          </p:nvPr>
        </p:nvSpPr>
        <p:spPr>
          <a:xfrm>
            <a:off x="3374850" y="3178210"/>
            <a:ext cx="2386500" cy="4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Maps</a:t>
            </a:r>
            <a:endParaRPr/>
          </a:p>
        </p:txBody>
      </p:sp>
      <p:sp>
        <p:nvSpPr>
          <p:cNvPr id="442" name="Google Shape;442;p61"/>
          <p:cNvSpPr txBox="1"/>
          <p:nvPr>
            <p:ph idx="14" type="subTitle"/>
          </p:nvPr>
        </p:nvSpPr>
        <p:spPr>
          <a:xfrm>
            <a:off x="6305223" y="3178210"/>
            <a:ext cx="2386500" cy="4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Upgrades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2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us anything!</a:t>
            </a:r>
            <a:endParaRPr/>
          </a:p>
        </p:txBody>
      </p:sp>
      <p:pic>
        <p:nvPicPr>
          <p:cNvPr id="448" name="Google Shape;44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627900"/>
            <a:ext cx="6105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